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2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CBF6"/>
    <a:srgbClr val="F2F2F2"/>
    <a:srgbClr val="686868"/>
    <a:srgbClr val="212121"/>
    <a:srgbClr val="EC5D57"/>
    <a:srgbClr val="70BF41"/>
    <a:srgbClr val="6EE06E"/>
    <a:srgbClr val="CCCCCC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94" autoAdjust="0"/>
    <p:restoredTop sz="51001" autoAdjust="0"/>
  </p:normalViewPr>
  <p:slideViewPr>
    <p:cSldViewPr snapToGrid="0">
      <p:cViewPr varScale="1">
        <p:scale>
          <a:sx n="81" d="100"/>
          <a:sy n="81" d="100"/>
        </p:scale>
        <p:origin x="2922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7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471BB-641A-4649-A02D-966FFC1B9B93}" type="datetimeFigureOut">
              <a:rPr lang="cs-CZ" smtClean="0"/>
              <a:t>21.03.2025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CD547-7519-4BFC-9BBF-4F3F9FA15F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710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noProof="0" dirty="0"/>
              <a:t>Iconic Box Model</a:t>
            </a:r>
          </a:p>
          <a:p>
            <a:endParaRPr lang="en-US" b="1" noProof="0" dirty="0"/>
          </a:p>
          <a:p>
            <a:r>
              <a:rPr lang="en-US" b="0" noProof="0" dirty="0"/>
              <a:t>I decided to convey </a:t>
            </a:r>
            <a:r>
              <a:rPr lang="sk-SK" b="1" noProof="0" dirty="0" err="1"/>
              <a:t>Steam</a:t>
            </a:r>
            <a:r>
              <a:rPr lang="sk-SK" b="1" noProof="0" dirty="0"/>
              <a:t> </a:t>
            </a:r>
            <a:r>
              <a:rPr lang="sk-SK" b="1" noProof="0" dirty="0" err="1"/>
              <a:t>library</a:t>
            </a:r>
            <a:r>
              <a:rPr lang="sk-SK" b="1" noProof="0" dirty="0"/>
              <a:t> </a:t>
            </a:r>
            <a:r>
              <a:rPr lang="sk-SK" b="0" noProof="0" dirty="0"/>
              <a:t>as a box model. </a:t>
            </a:r>
            <a:endParaRPr lang="en-US" b="0" noProof="0" dirty="0"/>
          </a:p>
          <a:p>
            <a:endParaRPr lang="en-US" b="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b="0" noProof="0" dirty="0" err="1"/>
              <a:t>Steam</a:t>
            </a:r>
            <a:r>
              <a:rPr lang="sk-SK" b="0" noProof="0" dirty="0"/>
              <a:t> </a:t>
            </a:r>
            <a:r>
              <a:rPr lang="sk-SK" b="0" noProof="0" dirty="0" err="1"/>
              <a:t>was</a:t>
            </a:r>
            <a:r>
              <a:rPr lang="sk-SK" b="0" noProof="0" dirty="0"/>
              <a:t> </a:t>
            </a:r>
            <a:r>
              <a:rPr lang="sk-SK" b="0" noProof="0" dirty="0" err="1"/>
              <a:t>introduced</a:t>
            </a:r>
            <a:r>
              <a:rPr lang="sk-SK" b="0" noProof="0" dirty="0"/>
              <a:t> </a:t>
            </a:r>
            <a:r>
              <a:rPr lang="sk-SK" b="1" noProof="0" dirty="0"/>
              <a:t>more </a:t>
            </a:r>
            <a:r>
              <a:rPr lang="sk-SK" b="1" noProof="0" dirty="0" err="1"/>
              <a:t>than</a:t>
            </a:r>
            <a:r>
              <a:rPr lang="sk-SK" b="1" noProof="0" dirty="0"/>
              <a:t> 20 </a:t>
            </a:r>
            <a:r>
              <a:rPr lang="sk-SK" b="1" noProof="0" dirty="0" err="1"/>
              <a:t>years</a:t>
            </a:r>
            <a:r>
              <a:rPr lang="sk-SK" b="1" noProof="0" dirty="0"/>
              <a:t> </a:t>
            </a:r>
            <a:r>
              <a:rPr lang="sk-SK" b="1" noProof="0" dirty="0" err="1"/>
              <a:t>ago</a:t>
            </a:r>
            <a:r>
              <a:rPr lang="sk-SK" b="0" noProof="0" dirty="0"/>
              <a:t> and </a:t>
            </a:r>
            <a:r>
              <a:rPr lang="sk-SK" b="0" noProof="0" dirty="0" err="1"/>
              <a:t>now</a:t>
            </a:r>
            <a:r>
              <a:rPr lang="sk-SK" b="0" noProof="0" dirty="0"/>
              <a:t> </a:t>
            </a:r>
            <a:r>
              <a:rPr lang="sk-SK" b="0" noProof="0" dirty="0" err="1"/>
              <a:t>it</a:t>
            </a:r>
            <a:r>
              <a:rPr lang="en-US" b="0" noProof="0" dirty="0"/>
              <a:t>’s the most popular </a:t>
            </a:r>
            <a:r>
              <a:rPr lang="en-US" b="1" noProof="0" dirty="0"/>
              <a:t>game launcher and store</a:t>
            </a:r>
            <a:r>
              <a:rPr lang="en-US" b="0" noProof="0" dirty="0"/>
              <a:t> on PC.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/>
              <a:t>It usually </a:t>
            </a:r>
            <a:r>
              <a:rPr lang="en-US" b="1" noProof="0" dirty="0"/>
              <a:t>starts automatically </a:t>
            </a:r>
            <a:r>
              <a:rPr lang="en-US" b="0" noProof="0" dirty="0"/>
              <a:t>with boot-up.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/>
              <a:t>Its library should be easily recognizable by every person my </a:t>
            </a:r>
            <a:r>
              <a:rPr lang="en-US" b="0" noProof="0"/>
              <a:t>age.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CD547-7519-4BFC-9BBF-4F3F9FA15FCE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333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6BC7-D9F8-4E40-BAE2-BFF606833407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46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09B75-2939-4931-8719-8233198A1D0B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3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AF77-DE67-4A58-B5AF-313B6DC2BFF6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0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70A7-7103-45C1-A3E0-DBAAC23EBFAC}" type="datetime1">
              <a:rPr lang="en-US" smtClean="0"/>
              <a:t>3/21/2025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576B-3E62-44CB-97C7-02AD3ED86226}" type="datetime1">
              <a:rPr lang="en-US" smtClean="0"/>
              <a:t>3/21/2025</a:t>
            </a:fld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8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7D1A-A4F1-4ABA-B567-713BF23F83C4}" type="datetime1">
              <a:rPr lang="en-US" smtClean="0"/>
              <a:t>3/21/2025</a:t>
            </a:fld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5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0690-933A-47C4-B4E1-A2B213789BCF}" type="datetime1">
              <a:rPr lang="en-US" smtClean="0"/>
              <a:t>3/21/2025</a:t>
            </a:fld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Firstname Lastname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9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1C35-6CDF-40D9-A9D6-7A72B92382CD}" type="datetime1">
              <a:rPr lang="en-US" smtClean="0"/>
              <a:t>3/21/2025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7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C905-3B40-435A-A454-F67262F798A4}" type="datetime1">
              <a:rPr lang="en-US" smtClean="0"/>
              <a:t>3/21/2025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9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1986-2E0E-476C-B598-40CCDD496C62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D50A2-6C07-4003-90E5-75F8A1199BDE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00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sk" smtClean="0"/>
              <a:pPr/>
              <a:t>‹#›</a:t>
            </a:fld>
            <a:endParaRPr lang="sk"/>
          </a:p>
        </p:txBody>
      </p:sp>
    </p:spTree>
    <p:extLst>
      <p:ext uri="{BB962C8B-B14F-4D97-AF65-F5344CB8AC3E}">
        <p14:creationId xmlns:p14="http://schemas.microsoft.com/office/powerpoint/2010/main" val="368551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5410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F24F4-ADB7-468C-8E7C-6A56CF28415B}" type="datetime1">
              <a:rPr lang="en-US" smtClean="0"/>
              <a:t>3/21/2025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2117" y="64463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/>
              <a:t>Firstname Lastname</a:t>
            </a:r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Obrázek 5">
            <a:extLst>
              <a:ext uri="{FF2B5EF4-FFF2-40B4-BE49-F238E27FC236}">
                <a16:creationId xmlns:a16="http://schemas.microsoft.com/office/drawing/2014/main" id="{DE75A40E-D56A-4B92-BFD5-64251D3FAB8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7" y="5811126"/>
            <a:ext cx="951799" cy="66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6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FE2496-C63F-48D7-8681-0B314E44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Peter </a:t>
            </a:r>
            <a:r>
              <a:rPr lang="sk-SK" dirty="0"/>
              <a:t>Ďurica</a:t>
            </a:r>
            <a:endParaRPr lang="en-US" dirty="0"/>
          </a:p>
        </p:txBody>
      </p:sp>
      <p:pic>
        <p:nvPicPr>
          <p:cNvPr id="4" name="Picture 3" descr="A computer screen shot&#10;&#10;AI-generated content may be incorrect.">
            <a:extLst>
              <a:ext uri="{FF2B5EF4-FFF2-40B4-BE49-F238E27FC236}">
                <a16:creationId xmlns:a16="http://schemas.microsoft.com/office/drawing/2014/main" id="{672AE2D1-04C4-FE04-0E97-157E55A445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5" y="46502"/>
            <a:ext cx="10189029" cy="57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8806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5DCBF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5DCBF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58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Motiv Office</vt:lpstr>
      <vt:lpstr>PowerPoint Presentation</vt:lpstr>
    </vt:vector>
  </TitlesOfParts>
  <Company>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Interfaces on Mobile Devices</dc:title>
  <dc:creator>Adam Herout</dc:creator>
  <cp:lastModifiedBy>Ďurica Peter (230853)</cp:lastModifiedBy>
  <cp:revision>109</cp:revision>
  <dcterms:created xsi:type="dcterms:W3CDTF">2015-10-29T07:42:11Z</dcterms:created>
  <dcterms:modified xsi:type="dcterms:W3CDTF">2025-03-21T18:01:05Z</dcterms:modified>
</cp:coreProperties>
</file>