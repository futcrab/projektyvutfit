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42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CBF6"/>
    <a:srgbClr val="F2F2F2"/>
    <a:srgbClr val="686868"/>
    <a:srgbClr val="212121"/>
    <a:srgbClr val="EC5D57"/>
    <a:srgbClr val="70BF41"/>
    <a:srgbClr val="6EE06E"/>
    <a:srgbClr val="CCCCCC"/>
    <a:srgbClr val="EEEEE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řední styl 2 – zvýraznění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Střední styl 2 – zvýraznění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594" autoAdjust="0"/>
    <p:restoredTop sz="51001" autoAdjust="0"/>
  </p:normalViewPr>
  <p:slideViewPr>
    <p:cSldViewPr snapToGrid="0">
      <p:cViewPr varScale="1">
        <p:scale>
          <a:sx n="56" d="100"/>
          <a:sy n="56" d="100"/>
        </p:scale>
        <p:origin x="2160" y="6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373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D471BB-641A-4649-A02D-966FFC1B9B93}" type="datetimeFigureOut">
              <a:rPr lang="cs-CZ" smtClean="0"/>
              <a:t>09.03.2025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BCD547-7519-4BFC-9BBF-4F3F9FA15FC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17109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noProof="0" dirty="0"/>
              <a:t>Worst Age Input</a:t>
            </a:r>
            <a:br>
              <a:rPr lang="en-US" noProof="0" dirty="0"/>
            </a:br>
            <a:endParaRPr lang="en-US" noProof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noProof="0" dirty="0"/>
              <a:t>Why should you input your age normally when you can have </a:t>
            </a:r>
            <a:r>
              <a:rPr lang="en-US" b="1" noProof="0" dirty="0"/>
              <a:t>fun</a:t>
            </a:r>
            <a:r>
              <a:rPr lang="en-US" noProof="0" dirty="0"/>
              <a:t> doing it !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noProof="0" dirty="0"/>
              <a:t>Gamify</a:t>
            </a:r>
            <a:r>
              <a:rPr lang="en-US" noProof="0" dirty="0"/>
              <a:t> your user experience of inputting a single (1) number into a computer system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noProof="0" dirty="0"/>
              <a:t>Don’t let an input formular sever you from the only important thing in the whole world – </a:t>
            </a:r>
            <a:r>
              <a:rPr lang="en-US" b="1" noProof="0" dirty="0"/>
              <a:t>gambling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noProof="0" dirty="0"/>
              <a:t>Features the most famous font type – </a:t>
            </a:r>
            <a:r>
              <a:rPr lang="en-US" b="1" noProof="0" dirty="0"/>
              <a:t>Comic Sans</a:t>
            </a:r>
            <a:r>
              <a:rPr lang="en-US" b="0" noProof="0" dirty="0"/>
              <a:t>. Which just shows the full commitment of delivering truly next-gen look.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="0" noProof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b="0" noProof="0" dirty="0"/>
              <a:t>Uses a revolutionary </a:t>
            </a:r>
            <a:r>
              <a:rPr lang="en-US" b="1" noProof="0" dirty="0"/>
              <a:t>dice mechanic </a:t>
            </a:r>
            <a:r>
              <a:rPr lang="en-US" b="0" noProof="0" dirty="0"/>
              <a:t>which allows you to </a:t>
            </a:r>
            <a:r>
              <a:rPr lang="en-US" b="1" noProof="0" dirty="0"/>
              <a:t>add</a:t>
            </a:r>
            <a:r>
              <a:rPr lang="en-US" b="0" noProof="0" dirty="0"/>
              <a:t> or </a:t>
            </a:r>
            <a:r>
              <a:rPr lang="en-US" b="1" noProof="0" dirty="0"/>
              <a:t>subtract </a:t>
            </a:r>
            <a:r>
              <a:rPr lang="en-US" b="0" noProof="0" dirty="0"/>
              <a:t>random numbers from your age. With a new groundbreaking control scheme, </a:t>
            </a:r>
            <a:r>
              <a:rPr lang="en-US" b="1" noProof="0" dirty="0"/>
              <a:t>YOU </a:t>
            </a:r>
            <a:r>
              <a:rPr lang="en-US" b="0" noProof="0" dirty="0"/>
              <a:t>can write actual symbols into computer with </a:t>
            </a:r>
            <a:r>
              <a:rPr lang="en-US" b="1" noProof="0" dirty="0"/>
              <a:t>only mouse</a:t>
            </a:r>
            <a:r>
              <a:rPr lang="en-US" b="0" noProof="0" dirty="0"/>
              <a:t>. No more lousy and expensive keyboards required. Also contains amusing special bonuses like </a:t>
            </a:r>
            <a:r>
              <a:rPr lang="en-US" b="1" noProof="0" dirty="0"/>
              <a:t>MAX WIN </a:t>
            </a:r>
            <a:r>
              <a:rPr lang="en-US" b="0" noProof="0" dirty="0"/>
              <a:t>(Throw two 6’s in a row) which adds number 2000 to your age for the biggest profits. To secure constant high stakes gameplay there is also </a:t>
            </a:r>
            <a:r>
              <a:rPr lang="en-US" b="1" noProof="0" dirty="0"/>
              <a:t>INSTANT FAIL </a:t>
            </a:r>
            <a:r>
              <a:rPr lang="en-US" b="0" noProof="0" dirty="0"/>
              <a:t>(Throw two 1’s in a row) which locks you from the system. </a:t>
            </a:r>
            <a:r>
              <a:rPr lang="en-US" b="1" noProof="0" dirty="0"/>
              <a:t>GET IT TWISTED !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b="1" noProof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noProof="0" dirty="0"/>
              <a:t>How to use:</a:t>
            </a:r>
          </a:p>
          <a:p>
            <a:pPr marL="228600" indent="-228600">
              <a:buFont typeface="+mj-lt"/>
              <a:buAutoNum type="arabicPeriod"/>
            </a:pPr>
            <a:r>
              <a:rPr lang="en-US" b="0" noProof="0" dirty="0"/>
              <a:t>Select if you want to add or subtract numbers from your age</a:t>
            </a:r>
          </a:p>
          <a:p>
            <a:pPr marL="228600" indent="-228600">
              <a:buFont typeface="+mj-lt"/>
              <a:buAutoNum type="arabicPeriod"/>
            </a:pPr>
            <a:r>
              <a:rPr lang="en-US" b="0" noProof="0" dirty="0"/>
              <a:t>Roll the dice ! Rolled number will be added or subtracted from your age</a:t>
            </a:r>
          </a:p>
          <a:p>
            <a:pPr marL="228600" indent="-228600">
              <a:buFont typeface="+mj-lt"/>
              <a:buAutoNum type="arabicPeriod"/>
            </a:pPr>
            <a:r>
              <a:rPr lang="en-US" b="0" noProof="0" dirty="0"/>
              <a:t>Hope for the best</a:t>
            </a:r>
          </a:p>
          <a:p>
            <a:pPr marL="228600" indent="-228600">
              <a:buFont typeface="+mj-lt"/>
              <a:buAutoNum type="arabicPeriod"/>
            </a:pPr>
            <a:r>
              <a:rPr lang="en-US" b="0" noProof="0" dirty="0"/>
              <a:t>If you are happy with your inputted age, click “That’s my age !”</a:t>
            </a:r>
          </a:p>
          <a:p>
            <a:pPr marL="228600" indent="-228600">
              <a:buFont typeface="+mj-lt"/>
              <a:buAutoNum type="arabicPeriod"/>
            </a:pPr>
            <a:endParaRPr lang="en-US" b="0" noProof="0" dirty="0"/>
          </a:p>
          <a:p>
            <a:pPr marL="0" indent="0">
              <a:buFont typeface="+mj-lt"/>
              <a:buNone/>
            </a:pPr>
            <a:r>
              <a:rPr lang="en-US" sz="300" b="0" noProof="0" dirty="0">
                <a:solidFill>
                  <a:srgbClr val="C00000"/>
                </a:solidFill>
              </a:rPr>
              <a:t>Company, for which the formular was made, is deeply age-phobic, therefore only accepted age is in range 18-99 years. If you were lucky and scored high score with our special bonuses, then bad luck for you because you need to lower your age to acceptable range before you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CD547-7519-4BFC-9BBF-4F3F9FA15FCE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83335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lze upravit styl předlohy.</a:t>
            </a:r>
            <a:endParaRPr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36BC7-D9F8-4E40-BAE2-BFF606833407}" type="datetime1">
              <a:rPr lang="en-US" smtClean="0"/>
              <a:t>3/9/2025</a:t>
            </a:fld>
            <a:endParaRPr lang="en-US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Firstname Lastname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60AA6-F34F-49AF-992F-8370D5C04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546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09B75-2939-4931-8719-8233198A1D0B}" type="datetime1">
              <a:rPr lang="en-US" smtClean="0"/>
              <a:t>3/9/2025</a:t>
            </a:fld>
            <a:endParaRPr lang="en-US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Firstname Lastname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60AA6-F34F-49AF-992F-8370D5C04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938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0AF77-DE67-4A58-B5AF-313B6DC2BFF6}" type="datetime1">
              <a:rPr lang="en-US" smtClean="0"/>
              <a:t>3/9/2025</a:t>
            </a:fld>
            <a:endParaRPr lang="en-US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Firstname Lastname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60AA6-F34F-49AF-992F-8370D5C04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709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D70A7-7103-45C1-A3E0-DBAAC23EBFAC}" type="datetime1">
              <a:rPr lang="en-US" smtClean="0"/>
              <a:t>3/9/2025</a:t>
            </a:fld>
            <a:endParaRPr lang="en-US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Firstname Lastname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60AA6-F34F-49AF-992F-8370D5C04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10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A576B-3E62-44CB-97C7-02AD3ED86226}" type="datetime1">
              <a:rPr lang="en-US" smtClean="0"/>
              <a:t>3/9/2025</a:t>
            </a:fld>
            <a:endParaRPr lang="en-US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Firstname Lastname</a:t>
            </a:r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60AA6-F34F-49AF-992F-8370D5C04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384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7D1A-A4F1-4ABA-B567-713BF23F83C4}" type="datetime1">
              <a:rPr lang="en-US" smtClean="0"/>
              <a:t>3/9/2025</a:t>
            </a:fld>
            <a:endParaRPr lang="en-US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Firstname Lastname</a:t>
            </a:r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60AA6-F34F-49AF-992F-8370D5C04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353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F0690-933A-47C4-B4E1-A2B213789BCF}" type="datetime1">
              <a:rPr lang="en-US" smtClean="0"/>
              <a:t>3/9/2025</a:t>
            </a:fld>
            <a:endParaRPr lang="en-US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Firstname Lastname</a:t>
            </a:r>
            <a:endParaRPr lang="en-US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60AA6-F34F-49AF-992F-8370D5C04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898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A1C35-6CDF-40D9-A9D6-7A72B92382CD}" type="datetime1">
              <a:rPr lang="en-US" smtClean="0"/>
              <a:t>3/9/2025</a:t>
            </a:fld>
            <a:endParaRPr lang="en-US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Firstname Lastname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60AA6-F34F-49AF-992F-8370D5C04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172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5C905-3B40-435A-A454-F67262F798A4}" type="datetime1">
              <a:rPr lang="en-US" smtClean="0"/>
              <a:t>3/9/2025</a:t>
            </a:fld>
            <a:endParaRPr lang="en-US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Firstname Lastname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60AA6-F34F-49AF-992F-8370D5C04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649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41986-2E0E-476C-B598-40CCDD496C62}" type="datetime1">
              <a:rPr lang="en-US" smtClean="0"/>
              <a:t>3/9/2025</a:t>
            </a:fld>
            <a:endParaRPr lang="en-US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Firstname Lastname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60AA6-F34F-49AF-992F-8370D5C04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816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D50A2-6C07-4003-90E5-75F8A1199BDE}" type="datetime1">
              <a:rPr lang="en-US" smtClean="0"/>
              <a:t>3/9/2025</a:t>
            </a:fld>
            <a:endParaRPr lang="en-US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Firstname Lastname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60AA6-F34F-49AF-992F-8370D5C04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5004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sk" smtClean="0"/>
              <a:pPr/>
              <a:t>‹#›</a:t>
            </a:fld>
            <a:endParaRPr lang="sk"/>
          </a:p>
        </p:txBody>
      </p:sp>
    </p:spTree>
    <p:extLst>
      <p:ext uri="{BB962C8B-B14F-4D97-AF65-F5344CB8AC3E}">
        <p14:creationId xmlns:p14="http://schemas.microsoft.com/office/powerpoint/2010/main" val="3685519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5410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F24F4-ADB7-468C-8E7C-6A56CF28415B}" type="datetime1">
              <a:rPr lang="en-US" smtClean="0"/>
              <a:t>3/9/2025</a:t>
            </a:fld>
            <a:endParaRPr lang="en-US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2117" y="644637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00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algn="l"/>
            <a:r>
              <a:rPr lang="en-US"/>
              <a:t>Firstname Lastname</a:t>
            </a:r>
            <a:endParaRPr lang="en-US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860AA6-F34F-49AF-992F-8370D5C04771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Obrázek 5">
            <a:extLst>
              <a:ext uri="{FF2B5EF4-FFF2-40B4-BE49-F238E27FC236}">
                <a16:creationId xmlns:a16="http://schemas.microsoft.com/office/drawing/2014/main" id="{DE75A40E-D56A-4B92-BFD5-64251D3FAB86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67" y="5811126"/>
            <a:ext cx="951799" cy="664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860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0FE2496-C63F-48D7-8681-0B314E444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noProof="0" dirty="0"/>
              <a:t>Peter Ďurica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C4D29D-B2ED-89B2-3F87-A574F718BBE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991" y="891890"/>
            <a:ext cx="4515480" cy="3467584"/>
          </a:xfrm>
          <a:prstGeom prst="rect">
            <a:avLst/>
          </a:prstGeom>
        </p:spPr>
      </p:pic>
      <p:pic>
        <p:nvPicPr>
          <p:cNvPr id="3" name="Screen Recording 2025-03-07 135151">
            <a:hlinkClick r:id="" action="ppaction://media"/>
            <a:extLst>
              <a:ext uri="{FF2B5EF4-FFF2-40B4-BE49-F238E27FC236}">
                <a16:creationId xmlns:a16="http://schemas.microsoft.com/office/drawing/2014/main" id="{8EC2B2D0-7649-2456-6237-BAE9496D363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993536" y="4941423"/>
            <a:ext cx="7391400" cy="15049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9CFB26-BF9E-0FD7-05C6-E6E895126C5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07420" y="891890"/>
            <a:ext cx="6525536" cy="13527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A618FCA-5F7E-245A-84D9-78D07D3A464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8"/>
          <a:srcRect l="1014"/>
          <a:stretch/>
        </p:blipFill>
        <p:spPr>
          <a:xfrm>
            <a:off x="6360885" y="2607051"/>
            <a:ext cx="4818605" cy="136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788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49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rgbClr val="5DCBF6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rgbClr val="5DCBF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3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1762</TotalTime>
  <Words>284</Words>
  <Application>Microsoft Office PowerPoint</Application>
  <PresentationFormat>Widescreen</PresentationFormat>
  <Paragraphs>17</Paragraphs>
  <Slides>1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Motiv Office</vt:lpstr>
      <vt:lpstr>PowerPoint Presentation</vt:lpstr>
    </vt:vector>
  </TitlesOfParts>
  <Company>FIT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 Interfaces on Mobile Devices</dc:title>
  <dc:creator>Adam Herout</dc:creator>
  <cp:lastModifiedBy>Ďurica Peter (230853)</cp:lastModifiedBy>
  <cp:revision>113</cp:revision>
  <dcterms:created xsi:type="dcterms:W3CDTF">2015-10-29T07:42:11Z</dcterms:created>
  <dcterms:modified xsi:type="dcterms:W3CDTF">2025-03-09T09:04:14Z</dcterms:modified>
</cp:coreProperties>
</file>